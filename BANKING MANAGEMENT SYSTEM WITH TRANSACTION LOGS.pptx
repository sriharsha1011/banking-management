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4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4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185A8D-F24F-45D9-B7A6-364534043C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5AE2DA6-EBAE-4D7B-A424-DF631A07DA54}">
      <dgm:prSet/>
      <dgm:spPr/>
      <dgm:t>
        <a:bodyPr/>
        <a:lstStyle/>
        <a:p>
          <a:r>
            <a:rPr lang="en-US"/>
            <a:t>A comprehensive banking application that manages customer accounts, performs financial transactions, and maintains detailed transaction logs with robust exception handling.</a:t>
          </a:r>
        </a:p>
      </dgm:t>
    </dgm:pt>
    <dgm:pt modelId="{C503EF0B-82ED-40B3-B30C-84D02ECDDFFB}" type="parTrans" cxnId="{A6C88705-6C7C-4E62-ADDE-2D3A27339EDC}">
      <dgm:prSet/>
      <dgm:spPr/>
      <dgm:t>
        <a:bodyPr/>
        <a:lstStyle/>
        <a:p>
          <a:endParaRPr lang="en-US"/>
        </a:p>
      </dgm:t>
    </dgm:pt>
    <dgm:pt modelId="{4FA0F684-C391-4C1F-9A23-6A9F9C50F3F1}" type="sibTrans" cxnId="{A6C88705-6C7C-4E62-ADDE-2D3A27339EDC}">
      <dgm:prSet/>
      <dgm:spPr/>
      <dgm:t>
        <a:bodyPr/>
        <a:lstStyle/>
        <a:p>
          <a:endParaRPr lang="en-US"/>
        </a:p>
      </dgm:t>
    </dgm:pt>
    <dgm:pt modelId="{E39FA63B-7AE2-4C8E-919E-21A731840417}">
      <dgm:prSet/>
      <dgm:spPr/>
      <dgm:t>
        <a:bodyPr/>
        <a:lstStyle/>
        <a:p>
          <a:r>
            <a:rPr lang="en-US"/>
            <a:t>Account Management (Create, View, Close) - Financial Transactions (Deposit, Withdrawal, Transfer) - Real-time Balance Updates -  Complete Transaction History - Audit Trail with Transaction Logs -  Custom Exception Handling - Multi-tier Architecture</a:t>
          </a:r>
        </a:p>
      </dgm:t>
    </dgm:pt>
    <dgm:pt modelId="{9D637F82-C586-4E2C-B4AF-5C105FE62F82}" type="parTrans" cxnId="{A64F5B66-687A-4378-920B-2E6D84AF5C91}">
      <dgm:prSet/>
      <dgm:spPr/>
      <dgm:t>
        <a:bodyPr/>
        <a:lstStyle/>
        <a:p>
          <a:endParaRPr lang="en-US"/>
        </a:p>
      </dgm:t>
    </dgm:pt>
    <dgm:pt modelId="{54B93E13-3CB5-4DB9-9CB5-EA4950A476D1}" type="sibTrans" cxnId="{A64F5B66-687A-4378-920B-2E6D84AF5C91}">
      <dgm:prSet/>
      <dgm:spPr/>
      <dgm:t>
        <a:bodyPr/>
        <a:lstStyle/>
        <a:p>
          <a:endParaRPr lang="en-US"/>
        </a:p>
      </dgm:t>
    </dgm:pt>
    <dgm:pt modelId="{C6D8B272-7FF5-4E40-9FA7-957393103D54}" type="pres">
      <dgm:prSet presAssocID="{EE185A8D-F24F-45D9-B7A6-364534043CA4}" presName="root" presStyleCnt="0">
        <dgm:presLayoutVars>
          <dgm:dir/>
          <dgm:resizeHandles val="exact"/>
        </dgm:presLayoutVars>
      </dgm:prSet>
      <dgm:spPr/>
    </dgm:pt>
    <dgm:pt modelId="{7DECFC13-4FDE-4B72-8E85-FE9B91169C37}" type="pres">
      <dgm:prSet presAssocID="{15AE2DA6-EBAE-4D7B-A424-DF631A07DA54}" presName="compNode" presStyleCnt="0"/>
      <dgm:spPr/>
    </dgm:pt>
    <dgm:pt modelId="{1D7FE151-B647-4BD8-8F7F-F677988C0D67}" type="pres">
      <dgm:prSet presAssocID="{15AE2DA6-EBAE-4D7B-A424-DF631A07DA54}" presName="bgRect" presStyleLbl="bgShp" presStyleIdx="0" presStyleCnt="2"/>
      <dgm:spPr/>
    </dgm:pt>
    <dgm:pt modelId="{677D1CD6-BC62-49DE-8902-5ED8EA89B4DF}" type="pres">
      <dgm:prSet presAssocID="{15AE2DA6-EBAE-4D7B-A424-DF631A07DA5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5712AD83-1EC5-4A97-93E5-F5819ABAF7FE}" type="pres">
      <dgm:prSet presAssocID="{15AE2DA6-EBAE-4D7B-A424-DF631A07DA54}" presName="spaceRect" presStyleCnt="0"/>
      <dgm:spPr/>
    </dgm:pt>
    <dgm:pt modelId="{B48EE31B-951A-4D23-9EB5-A471AD49EF96}" type="pres">
      <dgm:prSet presAssocID="{15AE2DA6-EBAE-4D7B-A424-DF631A07DA54}" presName="parTx" presStyleLbl="revTx" presStyleIdx="0" presStyleCnt="2">
        <dgm:presLayoutVars>
          <dgm:chMax val="0"/>
          <dgm:chPref val="0"/>
        </dgm:presLayoutVars>
      </dgm:prSet>
      <dgm:spPr/>
    </dgm:pt>
    <dgm:pt modelId="{F94E420F-A035-4F98-9EE2-AD26BF4A1947}" type="pres">
      <dgm:prSet presAssocID="{4FA0F684-C391-4C1F-9A23-6A9F9C50F3F1}" presName="sibTrans" presStyleCnt="0"/>
      <dgm:spPr/>
    </dgm:pt>
    <dgm:pt modelId="{A2CCF989-184A-4AE0-92D6-8FE22AB758A3}" type="pres">
      <dgm:prSet presAssocID="{E39FA63B-7AE2-4C8E-919E-21A731840417}" presName="compNode" presStyleCnt="0"/>
      <dgm:spPr/>
    </dgm:pt>
    <dgm:pt modelId="{08810AF6-3C4D-4AE3-B292-E9727BC617FB}" type="pres">
      <dgm:prSet presAssocID="{E39FA63B-7AE2-4C8E-919E-21A731840417}" presName="bgRect" presStyleLbl="bgShp" presStyleIdx="1" presStyleCnt="2"/>
      <dgm:spPr/>
    </dgm:pt>
    <dgm:pt modelId="{C13A6946-2C87-43D8-9120-6D39059A046C}" type="pres">
      <dgm:prSet presAssocID="{E39FA63B-7AE2-4C8E-919E-21A73184041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06662A97-0B65-434A-8543-2730061397A5}" type="pres">
      <dgm:prSet presAssocID="{E39FA63B-7AE2-4C8E-919E-21A731840417}" presName="spaceRect" presStyleCnt="0"/>
      <dgm:spPr/>
    </dgm:pt>
    <dgm:pt modelId="{4D11E4E0-0867-4122-BE52-F3915E612DF3}" type="pres">
      <dgm:prSet presAssocID="{E39FA63B-7AE2-4C8E-919E-21A73184041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6C88705-6C7C-4E62-ADDE-2D3A27339EDC}" srcId="{EE185A8D-F24F-45D9-B7A6-364534043CA4}" destId="{15AE2DA6-EBAE-4D7B-A424-DF631A07DA54}" srcOrd="0" destOrd="0" parTransId="{C503EF0B-82ED-40B3-B30C-84D02ECDDFFB}" sibTransId="{4FA0F684-C391-4C1F-9A23-6A9F9C50F3F1}"/>
    <dgm:cxn modelId="{A64F5B66-687A-4378-920B-2E6D84AF5C91}" srcId="{EE185A8D-F24F-45D9-B7A6-364534043CA4}" destId="{E39FA63B-7AE2-4C8E-919E-21A731840417}" srcOrd="1" destOrd="0" parTransId="{9D637F82-C586-4E2C-B4AF-5C105FE62F82}" sibTransId="{54B93E13-3CB5-4DB9-9CB5-EA4950A476D1}"/>
    <dgm:cxn modelId="{A663264B-C77A-4BBB-A4C8-07021CE906F0}" type="presOf" srcId="{EE185A8D-F24F-45D9-B7A6-364534043CA4}" destId="{C6D8B272-7FF5-4E40-9FA7-957393103D54}" srcOrd="0" destOrd="0" presId="urn:microsoft.com/office/officeart/2018/2/layout/IconVerticalSolidList"/>
    <dgm:cxn modelId="{610AE176-75C5-4E4A-9687-A6114D89B63A}" type="presOf" srcId="{E39FA63B-7AE2-4C8E-919E-21A731840417}" destId="{4D11E4E0-0867-4122-BE52-F3915E612DF3}" srcOrd="0" destOrd="0" presId="urn:microsoft.com/office/officeart/2018/2/layout/IconVerticalSolidList"/>
    <dgm:cxn modelId="{D8AE6FCA-0C52-4E5D-8F24-D1CEBA53FB5E}" type="presOf" srcId="{15AE2DA6-EBAE-4D7B-A424-DF631A07DA54}" destId="{B48EE31B-951A-4D23-9EB5-A471AD49EF96}" srcOrd="0" destOrd="0" presId="urn:microsoft.com/office/officeart/2018/2/layout/IconVerticalSolidList"/>
    <dgm:cxn modelId="{39080726-E962-41E9-B9D4-CE4659110000}" type="presParOf" srcId="{C6D8B272-7FF5-4E40-9FA7-957393103D54}" destId="{7DECFC13-4FDE-4B72-8E85-FE9B91169C37}" srcOrd="0" destOrd="0" presId="urn:microsoft.com/office/officeart/2018/2/layout/IconVerticalSolidList"/>
    <dgm:cxn modelId="{00BEAFF3-FA49-4755-B561-B292EA1D5F43}" type="presParOf" srcId="{7DECFC13-4FDE-4B72-8E85-FE9B91169C37}" destId="{1D7FE151-B647-4BD8-8F7F-F677988C0D67}" srcOrd="0" destOrd="0" presId="urn:microsoft.com/office/officeart/2018/2/layout/IconVerticalSolidList"/>
    <dgm:cxn modelId="{FB29BA3E-40F5-4AD0-A681-AC7EC1B10B1C}" type="presParOf" srcId="{7DECFC13-4FDE-4B72-8E85-FE9B91169C37}" destId="{677D1CD6-BC62-49DE-8902-5ED8EA89B4DF}" srcOrd="1" destOrd="0" presId="urn:microsoft.com/office/officeart/2018/2/layout/IconVerticalSolidList"/>
    <dgm:cxn modelId="{28361E4E-0216-4476-9232-FFB68F0B9656}" type="presParOf" srcId="{7DECFC13-4FDE-4B72-8E85-FE9B91169C37}" destId="{5712AD83-1EC5-4A97-93E5-F5819ABAF7FE}" srcOrd="2" destOrd="0" presId="urn:microsoft.com/office/officeart/2018/2/layout/IconVerticalSolidList"/>
    <dgm:cxn modelId="{F1D6AB47-77EE-4951-92C7-BF3B6EFEA6E7}" type="presParOf" srcId="{7DECFC13-4FDE-4B72-8E85-FE9B91169C37}" destId="{B48EE31B-951A-4D23-9EB5-A471AD49EF96}" srcOrd="3" destOrd="0" presId="urn:microsoft.com/office/officeart/2018/2/layout/IconVerticalSolidList"/>
    <dgm:cxn modelId="{F2141999-740B-4252-98E9-7178396F5A72}" type="presParOf" srcId="{C6D8B272-7FF5-4E40-9FA7-957393103D54}" destId="{F94E420F-A035-4F98-9EE2-AD26BF4A1947}" srcOrd="1" destOrd="0" presId="urn:microsoft.com/office/officeart/2018/2/layout/IconVerticalSolidList"/>
    <dgm:cxn modelId="{350DBFE5-612C-4A01-805A-E54D1B4E6856}" type="presParOf" srcId="{C6D8B272-7FF5-4E40-9FA7-957393103D54}" destId="{A2CCF989-184A-4AE0-92D6-8FE22AB758A3}" srcOrd="2" destOrd="0" presId="urn:microsoft.com/office/officeart/2018/2/layout/IconVerticalSolidList"/>
    <dgm:cxn modelId="{209865EB-D361-4EAD-AB07-2BA7E571636A}" type="presParOf" srcId="{A2CCF989-184A-4AE0-92D6-8FE22AB758A3}" destId="{08810AF6-3C4D-4AE3-B292-E9727BC617FB}" srcOrd="0" destOrd="0" presId="urn:microsoft.com/office/officeart/2018/2/layout/IconVerticalSolidList"/>
    <dgm:cxn modelId="{7E008705-EEBF-4C22-9F1B-9DFF5321AEE5}" type="presParOf" srcId="{A2CCF989-184A-4AE0-92D6-8FE22AB758A3}" destId="{C13A6946-2C87-43D8-9120-6D39059A046C}" srcOrd="1" destOrd="0" presId="urn:microsoft.com/office/officeart/2018/2/layout/IconVerticalSolidList"/>
    <dgm:cxn modelId="{C98922D1-3CE4-4EF3-B3E4-D7F91F330FF8}" type="presParOf" srcId="{A2CCF989-184A-4AE0-92D6-8FE22AB758A3}" destId="{06662A97-0B65-434A-8543-2730061397A5}" srcOrd="2" destOrd="0" presId="urn:microsoft.com/office/officeart/2018/2/layout/IconVerticalSolidList"/>
    <dgm:cxn modelId="{227E982E-9CED-4451-9A60-A81BE22AF4A9}" type="presParOf" srcId="{A2CCF989-184A-4AE0-92D6-8FE22AB758A3}" destId="{4D11E4E0-0867-4122-BE52-F3915E612D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8B209B-5C20-427C-AA4C-E3575836F211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F736C6E-7BA2-435C-AB22-7AC8262494BA}">
      <dgm:prSet/>
      <dgm:spPr/>
      <dgm:t>
        <a:bodyPr/>
        <a:lstStyle/>
        <a:p>
          <a:r>
            <a:rPr lang="en-US"/>
            <a:t>Programming Language: Java 17</a:t>
          </a:r>
        </a:p>
      </dgm:t>
    </dgm:pt>
    <dgm:pt modelId="{E2F26DE6-58CB-46DF-8722-978AE0352AD8}" type="parTrans" cxnId="{FA4A170B-E8D3-4296-A672-98FC669912E1}">
      <dgm:prSet/>
      <dgm:spPr/>
      <dgm:t>
        <a:bodyPr/>
        <a:lstStyle/>
        <a:p>
          <a:endParaRPr lang="en-US"/>
        </a:p>
      </dgm:t>
    </dgm:pt>
    <dgm:pt modelId="{F6138D5D-AD44-4C6F-A856-D4FAF88D99A1}" type="sibTrans" cxnId="{FA4A170B-E8D3-4296-A672-98FC669912E1}">
      <dgm:prSet/>
      <dgm:spPr/>
      <dgm:t>
        <a:bodyPr/>
        <a:lstStyle/>
        <a:p>
          <a:endParaRPr lang="en-US"/>
        </a:p>
      </dgm:t>
    </dgm:pt>
    <dgm:pt modelId="{B0E2F701-E262-4257-91AC-A8EB8980BEC9}">
      <dgm:prSet/>
      <dgm:spPr/>
      <dgm:t>
        <a:bodyPr/>
        <a:lstStyle/>
        <a:p>
          <a:r>
            <a:rPr lang="en-US"/>
            <a:t>Database: MySQL 8.0+</a:t>
          </a:r>
        </a:p>
      </dgm:t>
    </dgm:pt>
    <dgm:pt modelId="{5A379108-13CA-4AEF-B916-1E4EC4CF6048}" type="parTrans" cxnId="{CB069693-F4B0-4BCD-BAB1-28E9DA7D5A7E}">
      <dgm:prSet/>
      <dgm:spPr/>
      <dgm:t>
        <a:bodyPr/>
        <a:lstStyle/>
        <a:p>
          <a:endParaRPr lang="en-US"/>
        </a:p>
      </dgm:t>
    </dgm:pt>
    <dgm:pt modelId="{F4EE56F2-E6AD-40AF-930F-D9BB1CDE3BC0}" type="sibTrans" cxnId="{CB069693-F4B0-4BCD-BAB1-28E9DA7D5A7E}">
      <dgm:prSet/>
      <dgm:spPr/>
      <dgm:t>
        <a:bodyPr/>
        <a:lstStyle/>
        <a:p>
          <a:endParaRPr lang="en-US"/>
        </a:p>
      </dgm:t>
    </dgm:pt>
    <dgm:pt modelId="{CCB7969B-AF68-4221-804E-35AD8207D3E5}">
      <dgm:prSet/>
      <dgm:spPr/>
      <dgm:t>
        <a:bodyPr/>
        <a:lstStyle/>
        <a:p>
          <a:r>
            <a:rPr lang="en-US"/>
            <a:t>Build Tool: Maven 3.6+</a:t>
          </a:r>
        </a:p>
      </dgm:t>
    </dgm:pt>
    <dgm:pt modelId="{4A846BEF-CB92-4C6D-BDD6-D0484901933C}" type="parTrans" cxnId="{1050FAEE-5C63-4149-BA55-BB551B4D3C44}">
      <dgm:prSet/>
      <dgm:spPr/>
      <dgm:t>
        <a:bodyPr/>
        <a:lstStyle/>
        <a:p>
          <a:endParaRPr lang="en-US"/>
        </a:p>
      </dgm:t>
    </dgm:pt>
    <dgm:pt modelId="{51E4E94F-418B-41F7-9C5A-24967C3EF094}" type="sibTrans" cxnId="{1050FAEE-5C63-4149-BA55-BB551B4D3C44}">
      <dgm:prSet/>
      <dgm:spPr/>
      <dgm:t>
        <a:bodyPr/>
        <a:lstStyle/>
        <a:p>
          <a:endParaRPr lang="en-US"/>
        </a:p>
      </dgm:t>
    </dgm:pt>
    <dgm:pt modelId="{868E8C37-B7B2-4558-9B6E-93712268CBCC}">
      <dgm:prSet/>
      <dgm:spPr/>
      <dgm:t>
        <a:bodyPr/>
        <a:lstStyle/>
        <a:p>
          <a:r>
            <a:rPr lang="en-US"/>
            <a:t>Logging: SLF4J + Logback</a:t>
          </a:r>
        </a:p>
      </dgm:t>
    </dgm:pt>
    <dgm:pt modelId="{7ABC534D-3C05-4474-86CC-CA6301F39CB9}" type="parTrans" cxnId="{DD34182E-B24F-42F8-83E1-4B69A3051690}">
      <dgm:prSet/>
      <dgm:spPr/>
      <dgm:t>
        <a:bodyPr/>
        <a:lstStyle/>
        <a:p>
          <a:endParaRPr lang="en-US"/>
        </a:p>
      </dgm:t>
    </dgm:pt>
    <dgm:pt modelId="{BFD6382E-B7C4-4FCC-A095-8F33FDAEB53E}" type="sibTrans" cxnId="{DD34182E-B24F-42F8-83E1-4B69A3051690}">
      <dgm:prSet/>
      <dgm:spPr/>
      <dgm:t>
        <a:bodyPr/>
        <a:lstStyle/>
        <a:p>
          <a:endParaRPr lang="en-US"/>
        </a:p>
      </dgm:t>
    </dgm:pt>
    <dgm:pt modelId="{308A7A9E-B5C9-4AE8-A7CC-8844FE32D87C}">
      <dgm:prSet/>
      <dgm:spPr/>
      <dgm:t>
        <a:bodyPr/>
        <a:lstStyle/>
        <a:p>
          <a:r>
            <a:rPr lang="en-US"/>
            <a:t>Database Driver: MySQL Connector/J 8.0.33</a:t>
          </a:r>
        </a:p>
      </dgm:t>
    </dgm:pt>
    <dgm:pt modelId="{D78213D9-9F89-4B66-99E9-F3FD63B64EC4}" type="parTrans" cxnId="{EC05404F-3B70-4941-966F-63B0CADD575B}">
      <dgm:prSet/>
      <dgm:spPr/>
      <dgm:t>
        <a:bodyPr/>
        <a:lstStyle/>
        <a:p>
          <a:endParaRPr lang="en-US"/>
        </a:p>
      </dgm:t>
    </dgm:pt>
    <dgm:pt modelId="{BBC1FF84-CFA6-4BBE-96A5-B1FA685FBD8F}" type="sibTrans" cxnId="{EC05404F-3B70-4941-966F-63B0CADD575B}">
      <dgm:prSet/>
      <dgm:spPr/>
      <dgm:t>
        <a:bodyPr/>
        <a:lstStyle/>
        <a:p>
          <a:endParaRPr lang="en-US"/>
        </a:p>
      </dgm:t>
    </dgm:pt>
    <dgm:pt modelId="{7004B527-1CB1-4FA9-8C4A-79D4C42C8B3B}">
      <dgm:prSet/>
      <dgm:spPr/>
      <dgm:t>
        <a:bodyPr/>
        <a:lstStyle/>
        <a:p>
          <a:r>
            <a:rPr lang="en-US"/>
            <a:t>Testing: JUnit 5, Mockito</a:t>
          </a:r>
        </a:p>
      </dgm:t>
    </dgm:pt>
    <dgm:pt modelId="{A1080289-5991-4ADC-A73C-6BD21FE3820E}" type="parTrans" cxnId="{2150C3A2-4252-4C2D-B275-977974B61520}">
      <dgm:prSet/>
      <dgm:spPr/>
      <dgm:t>
        <a:bodyPr/>
        <a:lstStyle/>
        <a:p>
          <a:endParaRPr lang="en-US"/>
        </a:p>
      </dgm:t>
    </dgm:pt>
    <dgm:pt modelId="{294410C2-AB8A-43B9-B025-161C3E4BC713}" type="sibTrans" cxnId="{2150C3A2-4252-4C2D-B275-977974B61520}">
      <dgm:prSet/>
      <dgm:spPr/>
      <dgm:t>
        <a:bodyPr/>
        <a:lstStyle/>
        <a:p>
          <a:endParaRPr lang="en-US"/>
        </a:p>
      </dgm:t>
    </dgm:pt>
    <dgm:pt modelId="{5A7FD89C-A7E1-4B0F-8CBC-C989D0A66495}">
      <dgm:prSet/>
      <dgm:spPr/>
      <dgm:t>
        <a:bodyPr/>
        <a:lstStyle/>
        <a:p>
          <a:r>
            <a:rPr lang="en-US"/>
            <a:t>IDE: IntelliJ IDEA</a:t>
          </a:r>
        </a:p>
      </dgm:t>
    </dgm:pt>
    <dgm:pt modelId="{13CB3BB1-EBC5-4177-9AA7-B7BFA97C6215}" type="parTrans" cxnId="{27E19AF2-01B2-4B54-A963-CC07607C54EA}">
      <dgm:prSet/>
      <dgm:spPr/>
      <dgm:t>
        <a:bodyPr/>
        <a:lstStyle/>
        <a:p>
          <a:endParaRPr lang="en-US"/>
        </a:p>
      </dgm:t>
    </dgm:pt>
    <dgm:pt modelId="{DCCC68B8-D3EF-43E5-A35F-CC40FCE35D47}" type="sibTrans" cxnId="{27E19AF2-01B2-4B54-A963-CC07607C54EA}">
      <dgm:prSet/>
      <dgm:spPr/>
      <dgm:t>
        <a:bodyPr/>
        <a:lstStyle/>
        <a:p>
          <a:endParaRPr lang="en-US"/>
        </a:p>
      </dgm:t>
    </dgm:pt>
    <dgm:pt modelId="{16184194-EE6D-493A-B547-27120D85B377}">
      <dgm:prSet/>
      <dgm:spPr/>
      <dgm:t>
        <a:bodyPr/>
        <a:lstStyle/>
        <a:p>
          <a:r>
            <a:rPr lang="en-US"/>
            <a:t>Architecture: Layered (Presentation → Service → DAO → DB)</a:t>
          </a:r>
        </a:p>
      </dgm:t>
    </dgm:pt>
    <dgm:pt modelId="{215D95F9-F2FD-4CE5-9F2B-C75C6FE7266A}" type="parTrans" cxnId="{C6D5EFEF-5255-49CE-8BCD-379DBD751D74}">
      <dgm:prSet/>
      <dgm:spPr/>
      <dgm:t>
        <a:bodyPr/>
        <a:lstStyle/>
        <a:p>
          <a:endParaRPr lang="en-US"/>
        </a:p>
      </dgm:t>
    </dgm:pt>
    <dgm:pt modelId="{25EE6D80-69F6-4F69-8794-32E782F08F4A}" type="sibTrans" cxnId="{C6D5EFEF-5255-49CE-8BCD-379DBD751D74}">
      <dgm:prSet/>
      <dgm:spPr/>
      <dgm:t>
        <a:bodyPr/>
        <a:lstStyle/>
        <a:p>
          <a:endParaRPr lang="en-US"/>
        </a:p>
      </dgm:t>
    </dgm:pt>
    <dgm:pt modelId="{CFCF21FD-C854-45B7-A7FC-EC72BA8DD733}" type="pres">
      <dgm:prSet presAssocID="{608B209B-5C20-427C-AA4C-E3575836F211}" presName="Name0" presStyleCnt="0">
        <dgm:presLayoutVars>
          <dgm:dir/>
          <dgm:animLvl val="lvl"/>
          <dgm:resizeHandles val="exact"/>
        </dgm:presLayoutVars>
      </dgm:prSet>
      <dgm:spPr/>
    </dgm:pt>
    <dgm:pt modelId="{7D7CAB70-D599-40BD-97DB-F545DF88502C}" type="pres">
      <dgm:prSet presAssocID="{5F736C6E-7BA2-435C-AB22-7AC8262494BA}" presName="linNode" presStyleCnt="0"/>
      <dgm:spPr/>
    </dgm:pt>
    <dgm:pt modelId="{3D3B4290-F082-465A-ACCA-50FF2ACA43F9}" type="pres">
      <dgm:prSet presAssocID="{5F736C6E-7BA2-435C-AB22-7AC8262494BA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83653DD5-46EA-4B55-A309-4FDBB810895B}" type="pres">
      <dgm:prSet presAssocID="{F6138D5D-AD44-4C6F-A856-D4FAF88D99A1}" presName="sp" presStyleCnt="0"/>
      <dgm:spPr/>
    </dgm:pt>
    <dgm:pt modelId="{A3DCDE61-2301-40A4-9D1D-0AD1F9B34831}" type="pres">
      <dgm:prSet presAssocID="{B0E2F701-E262-4257-91AC-A8EB8980BEC9}" presName="linNode" presStyleCnt="0"/>
      <dgm:spPr/>
    </dgm:pt>
    <dgm:pt modelId="{3E633BF1-6B8B-46BA-B949-979EAE778F74}" type="pres">
      <dgm:prSet presAssocID="{B0E2F701-E262-4257-91AC-A8EB8980BEC9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EBD0530F-CECF-4D90-A9F9-11B33BE30C3B}" type="pres">
      <dgm:prSet presAssocID="{F4EE56F2-E6AD-40AF-930F-D9BB1CDE3BC0}" presName="sp" presStyleCnt="0"/>
      <dgm:spPr/>
    </dgm:pt>
    <dgm:pt modelId="{5ED556CB-B2CA-4897-B8DC-48340155C491}" type="pres">
      <dgm:prSet presAssocID="{CCB7969B-AF68-4221-804E-35AD8207D3E5}" presName="linNode" presStyleCnt="0"/>
      <dgm:spPr/>
    </dgm:pt>
    <dgm:pt modelId="{6F452E56-3ABE-4853-AA9B-0F54C4FDE58A}" type="pres">
      <dgm:prSet presAssocID="{CCB7969B-AF68-4221-804E-35AD8207D3E5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4B28CA64-5A32-4EFD-9BDE-602BB01D8392}" type="pres">
      <dgm:prSet presAssocID="{51E4E94F-418B-41F7-9C5A-24967C3EF094}" presName="sp" presStyleCnt="0"/>
      <dgm:spPr/>
    </dgm:pt>
    <dgm:pt modelId="{89153BAC-18AC-459E-B051-0663F2E39E4B}" type="pres">
      <dgm:prSet presAssocID="{868E8C37-B7B2-4558-9B6E-93712268CBCC}" presName="linNode" presStyleCnt="0"/>
      <dgm:spPr/>
    </dgm:pt>
    <dgm:pt modelId="{4F2F97AE-021C-49CB-B701-351957533236}" type="pres">
      <dgm:prSet presAssocID="{868E8C37-B7B2-4558-9B6E-93712268CBCC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82B2441E-9D7B-4E1D-B0D1-02879A568BEA}" type="pres">
      <dgm:prSet presAssocID="{BFD6382E-B7C4-4FCC-A095-8F33FDAEB53E}" presName="sp" presStyleCnt="0"/>
      <dgm:spPr/>
    </dgm:pt>
    <dgm:pt modelId="{D87E8BCB-2C9D-47C6-912C-2A87BD4FF90D}" type="pres">
      <dgm:prSet presAssocID="{308A7A9E-B5C9-4AE8-A7CC-8844FE32D87C}" presName="linNode" presStyleCnt="0"/>
      <dgm:spPr/>
    </dgm:pt>
    <dgm:pt modelId="{BA78DD1B-737F-4AD4-A312-4C066049CBB8}" type="pres">
      <dgm:prSet presAssocID="{308A7A9E-B5C9-4AE8-A7CC-8844FE32D87C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0F7D3E35-283C-48D2-96B8-1EFBD8B7CDB4}" type="pres">
      <dgm:prSet presAssocID="{BBC1FF84-CFA6-4BBE-96A5-B1FA685FBD8F}" presName="sp" presStyleCnt="0"/>
      <dgm:spPr/>
    </dgm:pt>
    <dgm:pt modelId="{9C812F20-5D48-45BF-8BF4-BEF065A2DFDE}" type="pres">
      <dgm:prSet presAssocID="{7004B527-1CB1-4FA9-8C4A-79D4C42C8B3B}" presName="linNode" presStyleCnt="0"/>
      <dgm:spPr/>
    </dgm:pt>
    <dgm:pt modelId="{98DE74A9-41C1-4E4C-9752-C41D8362EC52}" type="pres">
      <dgm:prSet presAssocID="{7004B527-1CB1-4FA9-8C4A-79D4C42C8B3B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DF1E840F-13BA-4553-9713-0B4460A7430F}" type="pres">
      <dgm:prSet presAssocID="{294410C2-AB8A-43B9-B025-161C3E4BC713}" presName="sp" presStyleCnt="0"/>
      <dgm:spPr/>
    </dgm:pt>
    <dgm:pt modelId="{18036A2B-319A-43A3-8B7E-4E10B56C60D2}" type="pres">
      <dgm:prSet presAssocID="{5A7FD89C-A7E1-4B0F-8CBC-C989D0A66495}" presName="linNode" presStyleCnt="0"/>
      <dgm:spPr/>
    </dgm:pt>
    <dgm:pt modelId="{91326B2F-54CB-4E16-A5F6-0C7DEEE82463}" type="pres">
      <dgm:prSet presAssocID="{5A7FD89C-A7E1-4B0F-8CBC-C989D0A66495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34136467-B857-4CB2-9267-3FF37D421FDC}" type="pres">
      <dgm:prSet presAssocID="{DCCC68B8-D3EF-43E5-A35F-CC40FCE35D47}" presName="sp" presStyleCnt="0"/>
      <dgm:spPr/>
    </dgm:pt>
    <dgm:pt modelId="{17E194FC-956E-48E4-825A-16BE95943C39}" type="pres">
      <dgm:prSet presAssocID="{16184194-EE6D-493A-B547-27120D85B377}" presName="linNode" presStyleCnt="0"/>
      <dgm:spPr/>
    </dgm:pt>
    <dgm:pt modelId="{17DEB246-948B-497D-81A4-DCEDC28FBC85}" type="pres">
      <dgm:prSet presAssocID="{16184194-EE6D-493A-B547-27120D85B377}" presName="parentText" presStyleLbl="node1" presStyleIdx="7" presStyleCnt="8">
        <dgm:presLayoutVars>
          <dgm:chMax val="1"/>
          <dgm:bulletEnabled val="1"/>
        </dgm:presLayoutVars>
      </dgm:prSet>
      <dgm:spPr/>
    </dgm:pt>
  </dgm:ptLst>
  <dgm:cxnLst>
    <dgm:cxn modelId="{8AD9BA02-4A3B-4BFF-9202-80C755542969}" type="presOf" srcId="{7004B527-1CB1-4FA9-8C4A-79D4C42C8B3B}" destId="{98DE74A9-41C1-4E4C-9752-C41D8362EC52}" srcOrd="0" destOrd="0" presId="urn:microsoft.com/office/officeart/2005/8/layout/vList5"/>
    <dgm:cxn modelId="{FA4A170B-E8D3-4296-A672-98FC669912E1}" srcId="{608B209B-5C20-427C-AA4C-E3575836F211}" destId="{5F736C6E-7BA2-435C-AB22-7AC8262494BA}" srcOrd="0" destOrd="0" parTransId="{E2F26DE6-58CB-46DF-8722-978AE0352AD8}" sibTransId="{F6138D5D-AD44-4C6F-A856-D4FAF88D99A1}"/>
    <dgm:cxn modelId="{35609D20-00DF-41ED-BA8B-63AFC3E8B9CE}" type="presOf" srcId="{5F736C6E-7BA2-435C-AB22-7AC8262494BA}" destId="{3D3B4290-F082-465A-ACCA-50FF2ACA43F9}" srcOrd="0" destOrd="0" presId="urn:microsoft.com/office/officeart/2005/8/layout/vList5"/>
    <dgm:cxn modelId="{DD34182E-B24F-42F8-83E1-4B69A3051690}" srcId="{608B209B-5C20-427C-AA4C-E3575836F211}" destId="{868E8C37-B7B2-4558-9B6E-93712268CBCC}" srcOrd="3" destOrd="0" parTransId="{7ABC534D-3C05-4474-86CC-CA6301F39CB9}" sibTransId="{BFD6382E-B7C4-4FCC-A095-8F33FDAEB53E}"/>
    <dgm:cxn modelId="{F8711035-AF3C-4FED-B97D-A52EB83DC5DC}" type="presOf" srcId="{608B209B-5C20-427C-AA4C-E3575836F211}" destId="{CFCF21FD-C854-45B7-A7FC-EC72BA8DD733}" srcOrd="0" destOrd="0" presId="urn:microsoft.com/office/officeart/2005/8/layout/vList5"/>
    <dgm:cxn modelId="{EC05404F-3B70-4941-966F-63B0CADD575B}" srcId="{608B209B-5C20-427C-AA4C-E3575836F211}" destId="{308A7A9E-B5C9-4AE8-A7CC-8844FE32D87C}" srcOrd="4" destOrd="0" parTransId="{D78213D9-9F89-4B66-99E9-F3FD63B64EC4}" sibTransId="{BBC1FF84-CFA6-4BBE-96A5-B1FA685FBD8F}"/>
    <dgm:cxn modelId="{B5258054-8EC5-4140-B1CB-BD973C333438}" type="presOf" srcId="{B0E2F701-E262-4257-91AC-A8EB8980BEC9}" destId="{3E633BF1-6B8B-46BA-B949-979EAE778F74}" srcOrd="0" destOrd="0" presId="urn:microsoft.com/office/officeart/2005/8/layout/vList5"/>
    <dgm:cxn modelId="{C8F6BE86-4383-4AE8-802C-18D4DFA6D1E1}" type="presOf" srcId="{16184194-EE6D-493A-B547-27120D85B377}" destId="{17DEB246-948B-497D-81A4-DCEDC28FBC85}" srcOrd="0" destOrd="0" presId="urn:microsoft.com/office/officeart/2005/8/layout/vList5"/>
    <dgm:cxn modelId="{5F476E87-D909-44BB-943E-2A1AA87F22A5}" type="presOf" srcId="{868E8C37-B7B2-4558-9B6E-93712268CBCC}" destId="{4F2F97AE-021C-49CB-B701-351957533236}" srcOrd="0" destOrd="0" presId="urn:microsoft.com/office/officeart/2005/8/layout/vList5"/>
    <dgm:cxn modelId="{AF35178E-5189-4A5A-9F32-9B9E3D712ECD}" type="presOf" srcId="{5A7FD89C-A7E1-4B0F-8CBC-C989D0A66495}" destId="{91326B2F-54CB-4E16-A5F6-0C7DEEE82463}" srcOrd="0" destOrd="0" presId="urn:microsoft.com/office/officeart/2005/8/layout/vList5"/>
    <dgm:cxn modelId="{CB069693-F4B0-4BCD-BAB1-28E9DA7D5A7E}" srcId="{608B209B-5C20-427C-AA4C-E3575836F211}" destId="{B0E2F701-E262-4257-91AC-A8EB8980BEC9}" srcOrd="1" destOrd="0" parTransId="{5A379108-13CA-4AEF-B916-1E4EC4CF6048}" sibTransId="{F4EE56F2-E6AD-40AF-930F-D9BB1CDE3BC0}"/>
    <dgm:cxn modelId="{2150C3A2-4252-4C2D-B275-977974B61520}" srcId="{608B209B-5C20-427C-AA4C-E3575836F211}" destId="{7004B527-1CB1-4FA9-8C4A-79D4C42C8B3B}" srcOrd="5" destOrd="0" parTransId="{A1080289-5991-4ADC-A73C-6BD21FE3820E}" sibTransId="{294410C2-AB8A-43B9-B025-161C3E4BC713}"/>
    <dgm:cxn modelId="{B0748CCD-D8B0-447C-8A17-D5FA5F2D0CB3}" type="presOf" srcId="{308A7A9E-B5C9-4AE8-A7CC-8844FE32D87C}" destId="{BA78DD1B-737F-4AD4-A312-4C066049CBB8}" srcOrd="0" destOrd="0" presId="urn:microsoft.com/office/officeart/2005/8/layout/vList5"/>
    <dgm:cxn modelId="{1050FAEE-5C63-4149-BA55-BB551B4D3C44}" srcId="{608B209B-5C20-427C-AA4C-E3575836F211}" destId="{CCB7969B-AF68-4221-804E-35AD8207D3E5}" srcOrd="2" destOrd="0" parTransId="{4A846BEF-CB92-4C6D-BDD6-D0484901933C}" sibTransId="{51E4E94F-418B-41F7-9C5A-24967C3EF094}"/>
    <dgm:cxn modelId="{C6D5EFEF-5255-49CE-8BCD-379DBD751D74}" srcId="{608B209B-5C20-427C-AA4C-E3575836F211}" destId="{16184194-EE6D-493A-B547-27120D85B377}" srcOrd="7" destOrd="0" parTransId="{215D95F9-F2FD-4CE5-9F2B-C75C6FE7266A}" sibTransId="{25EE6D80-69F6-4F69-8794-32E782F08F4A}"/>
    <dgm:cxn modelId="{27E19AF2-01B2-4B54-A963-CC07607C54EA}" srcId="{608B209B-5C20-427C-AA4C-E3575836F211}" destId="{5A7FD89C-A7E1-4B0F-8CBC-C989D0A66495}" srcOrd="6" destOrd="0" parTransId="{13CB3BB1-EBC5-4177-9AA7-B7BFA97C6215}" sibTransId="{DCCC68B8-D3EF-43E5-A35F-CC40FCE35D47}"/>
    <dgm:cxn modelId="{4D4959FF-8F1E-465A-B065-DF1B3006EA6D}" type="presOf" srcId="{CCB7969B-AF68-4221-804E-35AD8207D3E5}" destId="{6F452E56-3ABE-4853-AA9B-0F54C4FDE58A}" srcOrd="0" destOrd="0" presId="urn:microsoft.com/office/officeart/2005/8/layout/vList5"/>
    <dgm:cxn modelId="{F04D9EEA-C50E-4C19-A395-B6738F3BCA0B}" type="presParOf" srcId="{CFCF21FD-C854-45B7-A7FC-EC72BA8DD733}" destId="{7D7CAB70-D599-40BD-97DB-F545DF88502C}" srcOrd="0" destOrd="0" presId="urn:microsoft.com/office/officeart/2005/8/layout/vList5"/>
    <dgm:cxn modelId="{B6FF37D6-1A4E-4BD7-84E4-AC65B34AC250}" type="presParOf" srcId="{7D7CAB70-D599-40BD-97DB-F545DF88502C}" destId="{3D3B4290-F082-465A-ACCA-50FF2ACA43F9}" srcOrd="0" destOrd="0" presId="urn:microsoft.com/office/officeart/2005/8/layout/vList5"/>
    <dgm:cxn modelId="{24F62DD8-6315-469B-B770-04BBF6893C2C}" type="presParOf" srcId="{CFCF21FD-C854-45B7-A7FC-EC72BA8DD733}" destId="{83653DD5-46EA-4B55-A309-4FDBB810895B}" srcOrd="1" destOrd="0" presId="urn:microsoft.com/office/officeart/2005/8/layout/vList5"/>
    <dgm:cxn modelId="{54C0EC5D-8A9B-4A89-BC28-7D63C660341A}" type="presParOf" srcId="{CFCF21FD-C854-45B7-A7FC-EC72BA8DD733}" destId="{A3DCDE61-2301-40A4-9D1D-0AD1F9B34831}" srcOrd="2" destOrd="0" presId="urn:microsoft.com/office/officeart/2005/8/layout/vList5"/>
    <dgm:cxn modelId="{88FBCCF9-F060-4038-9E6C-C0F4B1238365}" type="presParOf" srcId="{A3DCDE61-2301-40A4-9D1D-0AD1F9B34831}" destId="{3E633BF1-6B8B-46BA-B949-979EAE778F74}" srcOrd="0" destOrd="0" presId="urn:microsoft.com/office/officeart/2005/8/layout/vList5"/>
    <dgm:cxn modelId="{2321C344-A5B2-458E-9FB5-30F326DCF7E2}" type="presParOf" srcId="{CFCF21FD-C854-45B7-A7FC-EC72BA8DD733}" destId="{EBD0530F-CECF-4D90-A9F9-11B33BE30C3B}" srcOrd="3" destOrd="0" presId="urn:microsoft.com/office/officeart/2005/8/layout/vList5"/>
    <dgm:cxn modelId="{C63DB6CF-DE13-4CB9-AAD3-660153E5E5C0}" type="presParOf" srcId="{CFCF21FD-C854-45B7-A7FC-EC72BA8DD733}" destId="{5ED556CB-B2CA-4897-B8DC-48340155C491}" srcOrd="4" destOrd="0" presId="urn:microsoft.com/office/officeart/2005/8/layout/vList5"/>
    <dgm:cxn modelId="{540605C1-C043-4F44-AA65-216E3312543C}" type="presParOf" srcId="{5ED556CB-B2CA-4897-B8DC-48340155C491}" destId="{6F452E56-3ABE-4853-AA9B-0F54C4FDE58A}" srcOrd="0" destOrd="0" presId="urn:microsoft.com/office/officeart/2005/8/layout/vList5"/>
    <dgm:cxn modelId="{79257BF6-E5FB-40B6-A8FE-BFF89DAF268D}" type="presParOf" srcId="{CFCF21FD-C854-45B7-A7FC-EC72BA8DD733}" destId="{4B28CA64-5A32-4EFD-9BDE-602BB01D8392}" srcOrd="5" destOrd="0" presId="urn:microsoft.com/office/officeart/2005/8/layout/vList5"/>
    <dgm:cxn modelId="{E44064BE-FEA5-411E-AB0D-74BF36841845}" type="presParOf" srcId="{CFCF21FD-C854-45B7-A7FC-EC72BA8DD733}" destId="{89153BAC-18AC-459E-B051-0663F2E39E4B}" srcOrd="6" destOrd="0" presId="urn:microsoft.com/office/officeart/2005/8/layout/vList5"/>
    <dgm:cxn modelId="{83CD2B20-1A35-4D62-9386-2AAAC8DD9905}" type="presParOf" srcId="{89153BAC-18AC-459E-B051-0663F2E39E4B}" destId="{4F2F97AE-021C-49CB-B701-351957533236}" srcOrd="0" destOrd="0" presId="urn:microsoft.com/office/officeart/2005/8/layout/vList5"/>
    <dgm:cxn modelId="{3F783CCA-3D49-4854-8E2C-9AF7D749EA0F}" type="presParOf" srcId="{CFCF21FD-C854-45B7-A7FC-EC72BA8DD733}" destId="{82B2441E-9D7B-4E1D-B0D1-02879A568BEA}" srcOrd="7" destOrd="0" presId="urn:microsoft.com/office/officeart/2005/8/layout/vList5"/>
    <dgm:cxn modelId="{77891E84-F300-4606-93F8-B40EBD56A7A2}" type="presParOf" srcId="{CFCF21FD-C854-45B7-A7FC-EC72BA8DD733}" destId="{D87E8BCB-2C9D-47C6-912C-2A87BD4FF90D}" srcOrd="8" destOrd="0" presId="urn:microsoft.com/office/officeart/2005/8/layout/vList5"/>
    <dgm:cxn modelId="{7311693B-74AA-4231-819C-AE157D2CAE36}" type="presParOf" srcId="{D87E8BCB-2C9D-47C6-912C-2A87BD4FF90D}" destId="{BA78DD1B-737F-4AD4-A312-4C066049CBB8}" srcOrd="0" destOrd="0" presId="urn:microsoft.com/office/officeart/2005/8/layout/vList5"/>
    <dgm:cxn modelId="{ACAE081E-E814-4AF9-BF63-9A3B1A10A579}" type="presParOf" srcId="{CFCF21FD-C854-45B7-A7FC-EC72BA8DD733}" destId="{0F7D3E35-283C-48D2-96B8-1EFBD8B7CDB4}" srcOrd="9" destOrd="0" presId="urn:microsoft.com/office/officeart/2005/8/layout/vList5"/>
    <dgm:cxn modelId="{79A531E8-CCBE-4B02-80A4-C7C8B3B51810}" type="presParOf" srcId="{CFCF21FD-C854-45B7-A7FC-EC72BA8DD733}" destId="{9C812F20-5D48-45BF-8BF4-BEF065A2DFDE}" srcOrd="10" destOrd="0" presId="urn:microsoft.com/office/officeart/2005/8/layout/vList5"/>
    <dgm:cxn modelId="{AD9698CC-5C9E-4321-A006-54BC8CDA7703}" type="presParOf" srcId="{9C812F20-5D48-45BF-8BF4-BEF065A2DFDE}" destId="{98DE74A9-41C1-4E4C-9752-C41D8362EC52}" srcOrd="0" destOrd="0" presId="urn:microsoft.com/office/officeart/2005/8/layout/vList5"/>
    <dgm:cxn modelId="{337C72AA-5FDB-46BA-914B-DE6E4E54A440}" type="presParOf" srcId="{CFCF21FD-C854-45B7-A7FC-EC72BA8DD733}" destId="{DF1E840F-13BA-4553-9713-0B4460A7430F}" srcOrd="11" destOrd="0" presId="urn:microsoft.com/office/officeart/2005/8/layout/vList5"/>
    <dgm:cxn modelId="{C835D273-C4A5-455E-B4B1-CEEDE7D6048A}" type="presParOf" srcId="{CFCF21FD-C854-45B7-A7FC-EC72BA8DD733}" destId="{18036A2B-319A-43A3-8B7E-4E10B56C60D2}" srcOrd="12" destOrd="0" presId="urn:microsoft.com/office/officeart/2005/8/layout/vList5"/>
    <dgm:cxn modelId="{F6B56237-9B77-4A18-9DDF-4919131ACFE0}" type="presParOf" srcId="{18036A2B-319A-43A3-8B7E-4E10B56C60D2}" destId="{91326B2F-54CB-4E16-A5F6-0C7DEEE82463}" srcOrd="0" destOrd="0" presId="urn:microsoft.com/office/officeart/2005/8/layout/vList5"/>
    <dgm:cxn modelId="{F1E24AFC-C0C9-4051-8961-AD51E48DEFC2}" type="presParOf" srcId="{CFCF21FD-C854-45B7-A7FC-EC72BA8DD733}" destId="{34136467-B857-4CB2-9267-3FF37D421FDC}" srcOrd="13" destOrd="0" presId="urn:microsoft.com/office/officeart/2005/8/layout/vList5"/>
    <dgm:cxn modelId="{8BA5FCDA-95FD-4045-893E-BC6AA9B52076}" type="presParOf" srcId="{CFCF21FD-C854-45B7-A7FC-EC72BA8DD733}" destId="{17E194FC-956E-48E4-825A-16BE95943C39}" srcOrd="14" destOrd="0" presId="urn:microsoft.com/office/officeart/2005/8/layout/vList5"/>
    <dgm:cxn modelId="{21257B81-9D7B-436A-BD47-A92ABCA27CDE}" type="presParOf" srcId="{17E194FC-956E-48E4-825A-16BE95943C39}" destId="{17DEB246-948B-497D-81A4-DCEDC28FBC8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43D93C-6B3A-4383-83DE-CACD0093248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AC12D87-A9C3-43B7-8A7B-DA9C27063F15}">
      <dgm:prSet/>
      <dgm:spPr/>
      <dgm:t>
        <a:bodyPr/>
        <a:lstStyle/>
        <a:p>
          <a:pPr>
            <a:defRPr cap="all"/>
          </a:pPr>
          <a:r>
            <a:rPr lang="en-US"/>
            <a:t>1. Account Management – Create, View, Close</a:t>
          </a:r>
        </a:p>
      </dgm:t>
    </dgm:pt>
    <dgm:pt modelId="{E18EDF16-941F-4460-AE68-5D727C3A522B}" type="parTrans" cxnId="{4A820BAD-FFA8-47A0-978A-42AD8A707646}">
      <dgm:prSet/>
      <dgm:spPr/>
      <dgm:t>
        <a:bodyPr/>
        <a:lstStyle/>
        <a:p>
          <a:endParaRPr lang="en-US"/>
        </a:p>
      </dgm:t>
    </dgm:pt>
    <dgm:pt modelId="{8CBAC344-D0C5-4ED1-A65B-B1E53160B367}" type="sibTrans" cxnId="{4A820BAD-FFA8-47A0-978A-42AD8A707646}">
      <dgm:prSet/>
      <dgm:spPr/>
      <dgm:t>
        <a:bodyPr/>
        <a:lstStyle/>
        <a:p>
          <a:endParaRPr lang="en-US"/>
        </a:p>
      </dgm:t>
    </dgm:pt>
    <dgm:pt modelId="{A57852BF-7BBB-46CB-BF75-711017D1D41D}">
      <dgm:prSet/>
      <dgm:spPr/>
      <dgm:t>
        <a:bodyPr/>
        <a:lstStyle/>
        <a:p>
          <a:pPr>
            <a:defRPr cap="all"/>
          </a:pPr>
          <a:r>
            <a:rPr lang="en-US"/>
            <a:t>2. Transactions – Deposit, Withdraw, Transfer</a:t>
          </a:r>
        </a:p>
      </dgm:t>
    </dgm:pt>
    <dgm:pt modelId="{E4E43A44-D238-432D-B990-52CE78671054}" type="parTrans" cxnId="{742F6F2B-D457-4741-9FB6-CFEC1CBF37DE}">
      <dgm:prSet/>
      <dgm:spPr/>
      <dgm:t>
        <a:bodyPr/>
        <a:lstStyle/>
        <a:p>
          <a:endParaRPr lang="en-US"/>
        </a:p>
      </dgm:t>
    </dgm:pt>
    <dgm:pt modelId="{C15CD3C6-4421-4BD3-B311-D52455A91FB2}" type="sibTrans" cxnId="{742F6F2B-D457-4741-9FB6-CFEC1CBF37DE}">
      <dgm:prSet/>
      <dgm:spPr/>
      <dgm:t>
        <a:bodyPr/>
        <a:lstStyle/>
        <a:p>
          <a:endParaRPr lang="en-US"/>
        </a:p>
      </dgm:t>
    </dgm:pt>
    <dgm:pt modelId="{E3162102-D52E-4CFD-BDB3-E5F13A95A2E6}">
      <dgm:prSet/>
      <dgm:spPr/>
      <dgm:t>
        <a:bodyPr/>
        <a:lstStyle/>
        <a:p>
          <a:pPr>
            <a:defRPr cap="all"/>
          </a:pPr>
          <a:r>
            <a:rPr lang="en-US"/>
            <a:t>3. Transaction Logging – Database &amp; File Logs</a:t>
          </a:r>
        </a:p>
      </dgm:t>
    </dgm:pt>
    <dgm:pt modelId="{583D7DDB-1488-4C80-8F57-10139BD674C0}" type="parTrans" cxnId="{9C29B2E4-2806-4E72-9982-58F7DB0057D9}">
      <dgm:prSet/>
      <dgm:spPr/>
      <dgm:t>
        <a:bodyPr/>
        <a:lstStyle/>
        <a:p>
          <a:endParaRPr lang="en-US"/>
        </a:p>
      </dgm:t>
    </dgm:pt>
    <dgm:pt modelId="{71535B3A-429E-4B1E-8884-4FEF7FED3FE4}" type="sibTrans" cxnId="{9C29B2E4-2806-4E72-9982-58F7DB0057D9}">
      <dgm:prSet/>
      <dgm:spPr/>
      <dgm:t>
        <a:bodyPr/>
        <a:lstStyle/>
        <a:p>
          <a:endParaRPr lang="en-US"/>
        </a:p>
      </dgm:t>
    </dgm:pt>
    <dgm:pt modelId="{5AA01515-69AD-4AED-B2EB-A4B5ABB526F0}">
      <dgm:prSet/>
      <dgm:spPr/>
      <dgm:t>
        <a:bodyPr/>
        <a:lstStyle/>
        <a:p>
          <a:pPr>
            <a:defRPr cap="all"/>
          </a:pPr>
          <a:r>
            <a:rPr lang="en-US"/>
            <a:t>4. Exception Handling – Custom Error Classes</a:t>
          </a:r>
        </a:p>
      </dgm:t>
    </dgm:pt>
    <dgm:pt modelId="{A37E2E4F-19CE-4025-AA0E-44F666A1F340}" type="parTrans" cxnId="{0209DE78-FE4D-4915-82FC-AEB3F744318B}">
      <dgm:prSet/>
      <dgm:spPr/>
      <dgm:t>
        <a:bodyPr/>
        <a:lstStyle/>
        <a:p>
          <a:endParaRPr lang="en-US"/>
        </a:p>
      </dgm:t>
    </dgm:pt>
    <dgm:pt modelId="{2A78F3C2-ED06-43D0-9D3C-3DE1DDB290F7}" type="sibTrans" cxnId="{0209DE78-FE4D-4915-82FC-AEB3F744318B}">
      <dgm:prSet/>
      <dgm:spPr/>
      <dgm:t>
        <a:bodyPr/>
        <a:lstStyle/>
        <a:p>
          <a:endParaRPr lang="en-US"/>
        </a:p>
      </dgm:t>
    </dgm:pt>
    <dgm:pt modelId="{9E5C095C-CE3B-43DD-B8C2-46720D115BD4}">
      <dgm:prSet/>
      <dgm:spPr/>
      <dgm:t>
        <a:bodyPr/>
        <a:lstStyle/>
        <a:p>
          <a:pPr>
            <a:defRPr cap="all"/>
          </a:pPr>
          <a:r>
            <a:rPr lang="en-US"/>
            <a:t>5. Real-time Balance Updates</a:t>
          </a:r>
        </a:p>
      </dgm:t>
    </dgm:pt>
    <dgm:pt modelId="{C252E9AB-8CCF-41B5-B7A2-16248142514D}" type="parTrans" cxnId="{282F8E9B-EAE6-4248-B485-33E6F03E4BE3}">
      <dgm:prSet/>
      <dgm:spPr/>
      <dgm:t>
        <a:bodyPr/>
        <a:lstStyle/>
        <a:p>
          <a:endParaRPr lang="en-US"/>
        </a:p>
      </dgm:t>
    </dgm:pt>
    <dgm:pt modelId="{A72A4257-F8CD-4FCA-A382-2DD640AC0BE8}" type="sibTrans" cxnId="{282F8E9B-EAE6-4248-B485-33E6F03E4BE3}">
      <dgm:prSet/>
      <dgm:spPr/>
      <dgm:t>
        <a:bodyPr/>
        <a:lstStyle/>
        <a:p>
          <a:endParaRPr lang="en-US"/>
        </a:p>
      </dgm:t>
    </dgm:pt>
    <dgm:pt modelId="{7BB427C7-F19F-4224-9510-41E5BFC3DFDC}" type="pres">
      <dgm:prSet presAssocID="{1543D93C-6B3A-4383-83DE-CACD00932489}" presName="root" presStyleCnt="0">
        <dgm:presLayoutVars>
          <dgm:dir/>
          <dgm:resizeHandles val="exact"/>
        </dgm:presLayoutVars>
      </dgm:prSet>
      <dgm:spPr/>
    </dgm:pt>
    <dgm:pt modelId="{202DDD89-CFCC-47A8-A90F-E28D064A939B}" type="pres">
      <dgm:prSet presAssocID="{6AC12D87-A9C3-43B7-8A7B-DA9C27063F15}" presName="compNode" presStyleCnt="0"/>
      <dgm:spPr/>
    </dgm:pt>
    <dgm:pt modelId="{05A1B2EB-53C9-4FCD-B384-1C96BF81AF09}" type="pres">
      <dgm:prSet presAssocID="{6AC12D87-A9C3-43B7-8A7B-DA9C27063F15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F2641EF-88FA-4556-AA71-A19C66C7AA6B}" type="pres">
      <dgm:prSet presAssocID="{6AC12D87-A9C3-43B7-8A7B-DA9C27063F1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2820D83B-6930-4BE9-895F-CA6FF90C4958}" type="pres">
      <dgm:prSet presAssocID="{6AC12D87-A9C3-43B7-8A7B-DA9C27063F15}" presName="spaceRect" presStyleCnt="0"/>
      <dgm:spPr/>
    </dgm:pt>
    <dgm:pt modelId="{FE83905D-9AE7-4231-9429-EB0F89AE28DF}" type="pres">
      <dgm:prSet presAssocID="{6AC12D87-A9C3-43B7-8A7B-DA9C27063F15}" presName="textRect" presStyleLbl="revTx" presStyleIdx="0" presStyleCnt="5">
        <dgm:presLayoutVars>
          <dgm:chMax val="1"/>
          <dgm:chPref val="1"/>
        </dgm:presLayoutVars>
      </dgm:prSet>
      <dgm:spPr/>
    </dgm:pt>
    <dgm:pt modelId="{D8581EDB-5227-4390-A776-71A781EE117D}" type="pres">
      <dgm:prSet presAssocID="{8CBAC344-D0C5-4ED1-A65B-B1E53160B367}" presName="sibTrans" presStyleCnt="0"/>
      <dgm:spPr/>
    </dgm:pt>
    <dgm:pt modelId="{3B2A20C5-1713-48BB-A315-9B274A6A53A9}" type="pres">
      <dgm:prSet presAssocID="{A57852BF-7BBB-46CB-BF75-711017D1D41D}" presName="compNode" presStyleCnt="0"/>
      <dgm:spPr/>
    </dgm:pt>
    <dgm:pt modelId="{A99B6365-6E25-461D-BDD0-CE372A45C6AF}" type="pres">
      <dgm:prSet presAssocID="{A57852BF-7BBB-46CB-BF75-711017D1D41D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68F16A3-1F05-4288-9F76-D285C098E00D}" type="pres">
      <dgm:prSet presAssocID="{A57852BF-7BBB-46CB-BF75-711017D1D41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8BD9B71E-DD23-4FBA-9082-51EDBFC6166A}" type="pres">
      <dgm:prSet presAssocID="{A57852BF-7BBB-46CB-BF75-711017D1D41D}" presName="spaceRect" presStyleCnt="0"/>
      <dgm:spPr/>
    </dgm:pt>
    <dgm:pt modelId="{6D60E1A0-5DDB-4ED3-BE2C-3BB8B0D763A0}" type="pres">
      <dgm:prSet presAssocID="{A57852BF-7BBB-46CB-BF75-711017D1D41D}" presName="textRect" presStyleLbl="revTx" presStyleIdx="1" presStyleCnt="5">
        <dgm:presLayoutVars>
          <dgm:chMax val="1"/>
          <dgm:chPref val="1"/>
        </dgm:presLayoutVars>
      </dgm:prSet>
      <dgm:spPr/>
    </dgm:pt>
    <dgm:pt modelId="{88C7AFDF-FD42-483B-944D-71DE33EFBFDC}" type="pres">
      <dgm:prSet presAssocID="{C15CD3C6-4421-4BD3-B311-D52455A91FB2}" presName="sibTrans" presStyleCnt="0"/>
      <dgm:spPr/>
    </dgm:pt>
    <dgm:pt modelId="{738235F2-BB9F-413C-80C6-753A235C1A9D}" type="pres">
      <dgm:prSet presAssocID="{E3162102-D52E-4CFD-BDB3-E5F13A95A2E6}" presName="compNode" presStyleCnt="0"/>
      <dgm:spPr/>
    </dgm:pt>
    <dgm:pt modelId="{51587F65-4EFA-43F8-A689-8046C55BE513}" type="pres">
      <dgm:prSet presAssocID="{E3162102-D52E-4CFD-BDB3-E5F13A95A2E6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086B7A7-AE26-41E0-89D9-E008B5DB1691}" type="pres">
      <dgm:prSet presAssocID="{E3162102-D52E-4CFD-BDB3-E5F13A95A2E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BE6D6A4-F828-4F5E-83E7-4B7C9EC8739E}" type="pres">
      <dgm:prSet presAssocID="{E3162102-D52E-4CFD-BDB3-E5F13A95A2E6}" presName="spaceRect" presStyleCnt="0"/>
      <dgm:spPr/>
    </dgm:pt>
    <dgm:pt modelId="{70911397-B6A9-4ABB-BA7D-663E2B030A20}" type="pres">
      <dgm:prSet presAssocID="{E3162102-D52E-4CFD-BDB3-E5F13A95A2E6}" presName="textRect" presStyleLbl="revTx" presStyleIdx="2" presStyleCnt="5">
        <dgm:presLayoutVars>
          <dgm:chMax val="1"/>
          <dgm:chPref val="1"/>
        </dgm:presLayoutVars>
      </dgm:prSet>
      <dgm:spPr/>
    </dgm:pt>
    <dgm:pt modelId="{12A07F47-4D0A-439F-A295-86DDD4C3CFBC}" type="pres">
      <dgm:prSet presAssocID="{71535B3A-429E-4B1E-8884-4FEF7FED3FE4}" presName="sibTrans" presStyleCnt="0"/>
      <dgm:spPr/>
    </dgm:pt>
    <dgm:pt modelId="{737D4EBB-94E9-4701-9E89-B179675E5F51}" type="pres">
      <dgm:prSet presAssocID="{5AA01515-69AD-4AED-B2EB-A4B5ABB526F0}" presName="compNode" presStyleCnt="0"/>
      <dgm:spPr/>
    </dgm:pt>
    <dgm:pt modelId="{5AC72886-6BD3-4909-802B-185AA678A392}" type="pres">
      <dgm:prSet presAssocID="{5AA01515-69AD-4AED-B2EB-A4B5ABB526F0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08D8326-B019-4F80-8B29-D170F8750D79}" type="pres">
      <dgm:prSet presAssocID="{5AA01515-69AD-4AED-B2EB-A4B5ABB526F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2DB43CAF-E4D6-45F2-94BA-4442B7289725}" type="pres">
      <dgm:prSet presAssocID="{5AA01515-69AD-4AED-B2EB-A4B5ABB526F0}" presName="spaceRect" presStyleCnt="0"/>
      <dgm:spPr/>
    </dgm:pt>
    <dgm:pt modelId="{BB65CB37-8113-4888-B929-0AA69054FFBF}" type="pres">
      <dgm:prSet presAssocID="{5AA01515-69AD-4AED-B2EB-A4B5ABB526F0}" presName="textRect" presStyleLbl="revTx" presStyleIdx="3" presStyleCnt="5">
        <dgm:presLayoutVars>
          <dgm:chMax val="1"/>
          <dgm:chPref val="1"/>
        </dgm:presLayoutVars>
      </dgm:prSet>
      <dgm:spPr/>
    </dgm:pt>
    <dgm:pt modelId="{D654CE17-7FAA-4EAF-BD0A-6A16D812D7D9}" type="pres">
      <dgm:prSet presAssocID="{2A78F3C2-ED06-43D0-9D3C-3DE1DDB290F7}" presName="sibTrans" presStyleCnt="0"/>
      <dgm:spPr/>
    </dgm:pt>
    <dgm:pt modelId="{1FF899EC-0D14-4723-A2ED-BFF3A53F0FBE}" type="pres">
      <dgm:prSet presAssocID="{9E5C095C-CE3B-43DD-B8C2-46720D115BD4}" presName="compNode" presStyleCnt="0"/>
      <dgm:spPr/>
    </dgm:pt>
    <dgm:pt modelId="{031D263D-85A6-465C-BB55-CC8A1A8B1D21}" type="pres">
      <dgm:prSet presAssocID="{9E5C095C-CE3B-43DD-B8C2-46720D115BD4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DEEE6A3-41D8-4BB3-8270-2D9F9D855B8F}" type="pres">
      <dgm:prSet presAssocID="{9E5C095C-CE3B-43DD-B8C2-46720D115BD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F868CD1B-97D3-41B3-96A2-8B392E655B24}" type="pres">
      <dgm:prSet presAssocID="{9E5C095C-CE3B-43DD-B8C2-46720D115BD4}" presName="spaceRect" presStyleCnt="0"/>
      <dgm:spPr/>
    </dgm:pt>
    <dgm:pt modelId="{3CA5748F-A6CA-411D-919C-02E206FCEEC0}" type="pres">
      <dgm:prSet presAssocID="{9E5C095C-CE3B-43DD-B8C2-46720D115BD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3242118-E6BC-4F39-89D6-6F24C7F2CD07}" type="presOf" srcId="{A57852BF-7BBB-46CB-BF75-711017D1D41D}" destId="{6D60E1A0-5DDB-4ED3-BE2C-3BB8B0D763A0}" srcOrd="0" destOrd="0" presId="urn:microsoft.com/office/officeart/2018/5/layout/IconLeafLabelList"/>
    <dgm:cxn modelId="{742F6F2B-D457-4741-9FB6-CFEC1CBF37DE}" srcId="{1543D93C-6B3A-4383-83DE-CACD00932489}" destId="{A57852BF-7BBB-46CB-BF75-711017D1D41D}" srcOrd="1" destOrd="0" parTransId="{E4E43A44-D238-432D-B990-52CE78671054}" sibTransId="{C15CD3C6-4421-4BD3-B311-D52455A91FB2}"/>
    <dgm:cxn modelId="{AC109B5D-2A22-494F-96AF-E1B6987B38C1}" type="presOf" srcId="{1543D93C-6B3A-4383-83DE-CACD00932489}" destId="{7BB427C7-F19F-4224-9510-41E5BFC3DFDC}" srcOrd="0" destOrd="0" presId="urn:microsoft.com/office/officeart/2018/5/layout/IconLeafLabelList"/>
    <dgm:cxn modelId="{285BF648-7A23-4BC5-A5AE-AC9C0021BEBE}" type="presOf" srcId="{E3162102-D52E-4CFD-BDB3-E5F13A95A2E6}" destId="{70911397-B6A9-4ABB-BA7D-663E2B030A20}" srcOrd="0" destOrd="0" presId="urn:microsoft.com/office/officeart/2018/5/layout/IconLeafLabelList"/>
    <dgm:cxn modelId="{0209DE78-FE4D-4915-82FC-AEB3F744318B}" srcId="{1543D93C-6B3A-4383-83DE-CACD00932489}" destId="{5AA01515-69AD-4AED-B2EB-A4B5ABB526F0}" srcOrd="3" destOrd="0" parTransId="{A37E2E4F-19CE-4025-AA0E-44F666A1F340}" sibTransId="{2A78F3C2-ED06-43D0-9D3C-3DE1DDB290F7}"/>
    <dgm:cxn modelId="{282F8E9B-EAE6-4248-B485-33E6F03E4BE3}" srcId="{1543D93C-6B3A-4383-83DE-CACD00932489}" destId="{9E5C095C-CE3B-43DD-B8C2-46720D115BD4}" srcOrd="4" destOrd="0" parTransId="{C252E9AB-8CCF-41B5-B7A2-16248142514D}" sibTransId="{A72A4257-F8CD-4FCA-A382-2DD640AC0BE8}"/>
    <dgm:cxn modelId="{4A820BAD-FFA8-47A0-978A-42AD8A707646}" srcId="{1543D93C-6B3A-4383-83DE-CACD00932489}" destId="{6AC12D87-A9C3-43B7-8A7B-DA9C27063F15}" srcOrd="0" destOrd="0" parTransId="{E18EDF16-941F-4460-AE68-5D727C3A522B}" sibTransId="{8CBAC344-D0C5-4ED1-A65B-B1E53160B367}"/>
    <dgm:cxn modelId="{A1E816C2-6455-43F1-8489-8442ED080510}" type="presOf" srcId="{9E5C095C-CE3B-43DD-B8C2-46720D115BD4}" destId="{3CA5748F-A6CA-411D-919C-02E206FCEEC0}" srcOrd="0" destOrd="0" presId="urn:microsoft.com/office/officeart/2018/5/layout/IconLeafLabelList"/>
    <dgm:cxn modelId="{DBFA37D7-1A30-4B1A-B4E5-827AF8512590}" type="presOf" srcId="{6AC12D87-A9C3-43B7-8A7B-DA9C27063F15}" destId="{FE83905D-9AE7-4231-9429-EB0F89AE28DF}" srcOrd="0" destOrd="0" presId="urn:microsoft.com/office/officeart/2018/5/layout/IconLeafLabelList"/>
    <dgm:cxn modelId="{AF6BC2D9-5F47-4F7D-AE66-405F1DD8FF90}" type="presOf" srcId="{5AA01515-69AD-4AED-B2EB-A4B5ABB526F0}" destId="{BB65CB37-8113-4888-B929-0AA69054FFBF}" srcOrd="0" destOrd="0" presId="urn:microsoft.com/office/officeart/2018/5/layout/IconLeafLabelList"/>
    <dgm:cxn modelId="{9C29B2E4-2806-4E72-9982-58F7DB0057D9}" srcId="{1543D93C-6B3A-4383-83DE-CACD00932489}" destId="{E3162102-D52E-4CFD-BDB3-E5F13A95A2E6}" srcOrd="2" destOrd="0" parTransId="{583D7DDB-1488-4C80-8F57-10139BD674C0}" sibTransId="{71535B3A-429E-4B1E-8884-4FEF7FED3FE4}"/>
    <dgm:cxn modelId="{EC183950-9E9B-47EB-B375-35E8068B769F}" type="presParOf" srcId="{7BB427C7-F19F-4224-9510-41E5BFC3DFDC}" destId="{202DDD89-CFCC-47A8-A90F-E28D064A939B}" srcOrd="0" destOrd="0" presId="urn:microsoft.com/office/officeart/2018/5/layout/IconLeafLabelList"/>
    <dgm:cxn modelId="{D1191C88-FCF0-4E91-AF02-7610C988DBC5}" type="presParOf" srcId="{202DDD89-CFCC-47A8-A90F-E28D064A939B}" destId="{05A1B2EB-53C9-4FCD-B384-1C96BF81AF09}" srcOrd="0" destOrd="0" presId="urn:microsoft.com/office/officeart/2018/5/layout/IconLeafLabelList"/>
    <dgm:cxn modelId="{EB095E45-003F-4A7A-A638-24AAE5770318}" type="presParOf" srcId="{202DDD89-CFCC-47A8-A90F-E28D064A939B}" destId="{7F2641EF-88FA-4556-AA71-A19C66C7AA6B}" srcOrd="1" destOrd="0" presId="urn:microsoft.com/office/officeart/2018/5/layout/IconLeafLabelList"/>
    <dgm:cxn modelId="{F536E5A5-A207-4258-AD0A-E57C58B9B524}" type="presParOf" srcId="{202DDD89-CFCC-47A8-A90F-E28D064A939B}" destId="{2820D83B-6930-4BE9-895F-CA6FF90C4958}" srcOrd="2" destOrd="0" presId="urn:microsoft.com/office/officeart/2018/5/layout/IconLeafLabelList"/>
    <dgm:cxn modelId="{DFFC07F5-CF87-41F3-AA45-323382B5A386}" type="presParOf" srcId="{202DDD89-CFCC-47A8-A90F-E28D064A939B}" destId="{FE83905D-9AE7-4231-9429-EB0F89AE28DF}" srcOrd="3" destOrd="0" presId="urn:microsoft.com/office/officeart/2018/5/layout/IconLeafLabelList"/>
    <dgm:cxn modelId="{1C660842-359F-4FE1-92DF-D9F4A210231A}" type="presParOf" srcId="{7BB427C7-F19F-4224-9510-41E5BFC3DFDC}" destId="{D8581EDB-5227-4390-A776-71A781EE117D}" srcOrd="1" destOrd="0" presId="urn:microsoft.com/office/officeart/2018/5/layout/IconLeafLabelList"/>
    <dgm:cxn modelId="{2405CC6B-F6A7-4161-9EBC-1B2B044EFA1C}" type="presParOf" srcId="{7BB427C7-F19F-4224-9510-41E5BFC3DFDC}" destId="{3B2A20C5-1713-48BB-A315-9B274A6A53A9}" srcOrd="2" destOrd="0" presId="urn:microsoft.com/office/officeart/2018/5/layout/IconLeafLabelList"/>
    <dgm:cxn modelId="{440D10E2-5521-4105-800A-F8CAA6DAB6AC}" type="presParOf" srcId="{3B2A20C5-1713-48BB-A315-9B274A6A53A9}" destId="{A99B6365-6E25-461D-BDD0-CE372A45C6AF}" srcOrd="0" destOrd="0" presId="urn:microsoft.com/office/officeart/2018/5/layout/IconLeafLabelList"/>
    <dgm:cxn modelId="{BC7E7A96-67F2-4EF5-8FF6-9BF6599F3970}" type="presParOf" srcId="{3B2A20C5-1713-48BB-A315-9B274A6A53A9}" destId="{768F16A3-1F05-4288-9F76-D285C098E00D}" srcOrd="1" destOrd="0" presId="urn:microsoft.com/office/officeart/2018/5/layout/IconLeafLabelList"/>
    <dgm:cxn modelId="{E08F1F9C-A590-4111-AB48-88D9E1BA0E66}" type="presParOf" srcId="{3B2A20C5-1713-48BB-A315-9B274A6A53A9}" destId="{8BD9B71E-DD23-4FBA-9082-51EDBFC6166A}" srcOrd="2" destOrd="0" presId="urn:microsoft.com/office/officeart/2018/5/layout/IconLeafLabelList"/>
    <dgm:cxn modelId="{FCD39459-3D1B-4375-A721-BEA24A2AEDB2}" type="presParOf" srcId="{3B2A20C5-1713-48BB-A315-9B274A6A53A9}" destId="{6D60E1A0-5DDB-4ED3-BE2C-3BB8B0D763A0}" srcOrd="3" destOrd="0" presId="urn:microsoft.com/office/officeart/2018/5/layout/IconLeafLabelList"/>
    <dgm:cxn modelId="{02F50BA2-C6D8-4033-BA2F-FD4D6DB04CF4}" type="presParOf" srcId="{7BB427C7-F19F-4224-9510-41E5BFC3DFDC}" destId="{88C7AFDF-FD42-483B-944D-71DE33EFBFDC}" srcOrd="3" destOrd="0" presId="urn:microsoft.com/office/officeart/2018/5/layout/IconLeafLabelList"/>
    <dgm:cxn modelId="{45FB51AC-47F7-4E51-8289-131C98058C03}" type="presParOf" srcId="{7BB427C7-F19F-4224-9510-41E5BFC3DFDC}" destId="{738235F2-BB9F-413C-80C6-753A235C1A9D}" srcOrd="4" destOrd="0" presId="urn:microsoft.com/office/officeart/2018/5/layout/IconLeafLabelList"/>
    <dgm:cxn modelId="{B4D3D8B5-172F-4A4F-930A-76E52CCC8E4B}" type="presParOf" srcId="{738235F2-BB9F-413C-80C6-753A235C1A9D}" destId="{51587F65-4EFA-43F8-A689-8046C55BE513}" srcOrd="0" destOrd="0" presId="urn:microsoft.com/office/officeart/2018/5/layout/IconLeafLabelList"/>
    <dgm:cxn modelId="{5AEA4D79-9A4B-4881-8644-B677DC615AC2}" type="presParOf" srcId="{738235F2-BB9F-413C-80C6-753A235C1A9D}" destId="{C086B7A7-AE26-41E0-89D9-E008B5DB1691}" srcOrd="1" destOrd="0" presId="urn:microsoft.com/office/officeart/2018/5/layout/IconLeafLabelList"/>
    <dgm:cxn modelId="{5B7CCED9-F2E0-4A41-A2DB-3285EF8FC603}" type="presParOf" srcId="{738235F2-BB9F-413C-80C6-753A235C1A9D}" destId="{3BE6D6A4-F828-4F5E-83E7-4B7C9EC8739E}" srcOrd="2" destOrd="0" presId="urn:microsoft.com/office/officeart/2018/5/layout/IconLeafLabelList"/>
    <dgm:cxn modelId="{629B35C1-8104-478F-93C7-F5FCEA0F1700}" type="presParOf" srcId="{738235F2-BB9F-413C-80C6-753A235C1A9D}" destId="{70911397-B6A9-4ABB-BA7D-663E2B030A20}" srcOrd="3" destOrd="0" presId="urn:microsoft.com/office/officeart/2018/5/layout/IconLeafLabelList"/>
    <dgm:cxn modelId="{4DD0A845-942D-49BF-8375-C6984D5BE9D9}" type="presParOf" srcId="{7BB427C7-F19F-4224-9510-41E5BFC3DFDC}" destId="{12A07F47-4D0A-439F-A295-86DDD4C3CFBC}" srcOrd="5" destOrd="0" presId="urn:microsoft.com/office/officeart/2018/5/layout/IconLeafLabelList"/>
    <dgm:cxn modelId="{394C7460-20D8-4205-A728-CF8B26CBE837}" type="presParOf" srcId="{7BB427C7-F19F-4224-9510-41E5BFC3DFDC}" destId="{737D4EBB-94E9-4701-9E89-B179675E5F51}" srcOrd="6" destOrd="0" presId="urn:microsoft.com/office/officeart/2018/5/layout/IconLeafLabelList"/>
    <dgm:cxn modelId="{C64CB4CD-76F7-4F31-844E-F22CF3F7CA92}" type="presParOf" srcId="{737D4EBB-94E9-4701-9E89-B179675E5F51}" destId="{5AC72886-6BD3-4909-802B-185AA678A392}" srcOrd="0" destOrd="0" presId="urn:microsoft.com/office/officeart/2018/5/layout/IconLeafLabelList"/>
    <dgm:cxn modelId="{E5DFA087-D377-4828-ADFA-F59D8B65721D}" type="presParOf" srcId="{737D4EBB-94E9-4701-9E89-B179675E5F51}" destId="{208D8326-B019-4F80-8B29-D170F8750D79}" srcOrd="1" destOrd="0" presId="urn:microsoft.com/office/officeart/2018/5/layout/IconLeafLabelList"/>
    <dgm:cxn modelId="{FC132A5D-4D2E-4E0A-937F-B654D412D027}" type="presParOf" srcId="{737D4EBB-94E9-4701-9E89-B179675E5F51}" destId="{2DB43CAF-E4D6-45F2-94BA-4442B7289725}" srcOrd="2" destOrd="0" presId="urn:microsoft.com/office/officeart/2018/5/layout/IconLeafLabelList"/>
    <dgm:cxn modelId="{F61FAF22-E555-41DC-A5FA-4FEF9E965B6C}" type="presParOf" srcId="{737D4EBB-94E9-4701-9E89-B179675E5F51}" destId="{BB65CB37-8113-4888-B929-0AA69054FFBF}" srcOrd="3" destOrd="0" presId="urn:microsoft.com/office/officeart/2018/5/layout/IconLeafLabelList"/>
    <dgm:cxn modelId="{7FCEE37C-9CC6-484C-9D88-0439DE65235A}" type="presParOf" srcId="{7BB427C7-F19F-4224-9510-41E5BFC3DFDC}" destId="{D654CE17-7FAA-4EAF-BD0A-6A16D812D7D9}" srcOrd="7" destOrd="0" presId="urn:microsoft.com/office/officeart/2018/5/layout/IconLeafLabelList"/>
    <dgm:cxn modelId="{4F7C34A7-8086-441F-A4CA-FD50B4190D4A}" type="presParOf" srcId="{7BB427C7-F19F-4224-9510-41E5BFC3DFDC}" destId="{1FF899EC-0D14-4723-A2ED-BFF3A53F0FBE}" srcOrd="8" destOrd="0" presId="urn:microsoft.com/office/officeart/2018/5/layout/IconLeafLabelList"/>
    <dgm:cxn modelId="{3DEA477E-E759-454E-A625-65F4A10D2EE9}" type="presParOf" srcId="{1FF899EC-0D14-4723-A2ED-BFF3A53F0FBE}" destId="{031D263D-85A6-465C-BB55-CC8A1A8B1D21}" srcOrd="0" destOrd="0" presId="urn:microsoft.com/office/officeart/2018/5/layout/IconLeafLabelList"/>
    <dgm:cxn modelId="{990B58C0-2086-4447-AB46-1B67A44CF15B}" type="presParOf" srcId="{1FF899EC-0D14-4723-A2ED-BFF3A53F0FBE}" destId="{ADEEE6A3-41D8-4BB3-8270-2D9F9D855B8F}" srcOrd="1" destOrd="0" presId="urn:microsoft.com/office/officeart/2018/5/layout/IconLeafLabelList"/>
    <dgm:cxn modelId="{C3D04BC3-5959-4690-9B74-601367CB2281}" type="presParOf" srcId="{1FF899EC-0D14-4723-A2ED-BFF3A53F0FBE}" destId="{F868CD1B-97D3-41B3-96A2-8B392E655B24}" srcOrd="2" destOrd="0" presId="urn:microsoft.com/office/officeart/2018/5/layout/IconLeafLabelList"/>
    <dgm:cxn modelId="{28DCBC77-B8A8-4E0A-B0A3-D63A31EE1D39}" type="presParOf" srcId="{1FF899EC-0D14-4723-A2ED-BFF3A53F0FBE}" destId="{3CA5748F-A6CA-411D-919C-02E206FCEEC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FE151-B647-4BD8-8F7F-F677988C0D67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7D1CD6-BC62-49DE-8902-5ED8EA89B4DF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8EE31B-951A-4D23-9EB5-A471AD49EF96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 comprehensive banking application that manages customer accounts, performs financial transactions, and maintains detailed transaction logs with robust exception handling.</a:t>
          </a:r>
        </a:p>
      </dsp:txBody>
      <dsp:txXfrm>
        <a:off x="1509882" y="708097"/>
        <a:ext cx="9005717" cy="1307257"/>
      </dsp:txXfrm>
    </dsp:sp>
    <dsp:sp modelId="{08810AF6-3C4D-4AE3-B292-E9727BC617FB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A6946-2C87-43D8-9120-6D39059A046C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1E4E0-0867-4122-BE52-F3915E612DF3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Account Management (Create, View, Close) - Financial Transactions (Deposit, Withdrawal, Transfer) - Real-time Balance Updates -  Complete Transaction History - Audit Trail with Transaction Logs -  Custom Exception Handling - Multi-tier Architecture</a:t>
          </a:r>
        </a:p>
      </dsp:txBody>
      <dsp:txXfrm>
        <a:off x="1509882" y="2342169"/>
        <a:ext cx="9005717" cy="13072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3B4290-F082-465A-ACCA-50FF2ACA43F9}">
      <dsp:nvSpPr>
        <dsp:cNvPr id="0" name=""/>
        <dsp:cNvSpPr/>
      </dsp:nvSpPr>
      <dsp:spPr>
        <a:xfrm>
          <a:off x="3364992" y="172"/>
          <a:ext cx="3785616" cy="52181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Programming Language: Java 17</a:t>
          </a:r>
        </a:p>
      </dsp:txBody>
      <dsp:txXfrm>
        <a:off x="3390465" y="25645"/>
        <a:ext cx="3734670" cy="470871"/>
      </dsp:txXfrm>
    </dsp:sp>
    <dsp:sp modelId="{3E633BF1-6B8B-46BA-B949-979EAE778F74}">
      <dsp:nvSpPr>
        <dsp:cNvPr id="0" name=""/>
        <dsp:cNvSpPr/>
      </dsp:nvSpPr>
      <dsp:spPr>
        <a:xfrm>
          <a:off x="3364992" y="548081"/>
          <a:ext cx="3785616" cy="521817"/>
        </a:xfrm>
        <a:prstGeom prst="round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Database: MySQL 8.0+</a:t>
          </a:r>
        </a:p>
      </dsp:txBody>
      <dsp:txXfrm>
        <a:off x="3390465" y="573554"/>
        <a:ext cx="3734670" cy="470871"/>
      </dsp:txXfrm>
    </dsp:sp>
    <dsp:sp modelId="{6F452E56-3ABE-4853-AA9B-0F54C4FDE58A}">
      <dsp:nvSpPr>
        <dsp:cNvPr id="0" name=""/>
        <dsp:cNvSpPr/>
      </dsp:nvSpPr>
      <dsp:spPr>
        <a:xfrm>
          <a:off x="3364992" y="1095990"/>
          <a:ext cx="3785616" cy="521817"/>
        </a:xfrm>
        <a:prstGeom prst="roundRect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Build Tool: Maven 3.6+</a:t>
          </a:r>
        </a:p>
      </dsp:txBody>
      <dsp:txXfrm>
        <a:off x="3390465" y="1121463"/>
        <a:ext cx="3734670" cy="470871"/>
      </dsp:txXfrm>
    </dsp:sp>
    <dsp:sp modelId="{4F2F97AE-021C-49CB-B701-351957533236}">
      <dsp:nvSpPr>
        <dsp:cNvPr id="0" name=""/>
        <dsp:cNvSpPr/>
      </dsp:nvSpPr>
      <dsp:spPr>
        <a:xfrm>
          <a:off x="3364992" y="1643898"/>
          <a:ext cx="3785616" cy="521817"/>
        </a:xfrm>
        <a:prstGeom prst="round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Logging: SLF4J + Logback</a:t>
          </a:r>
        </a:p>
      </dsp:txBody>
      <dsp:txXfrm>
        <a:off x="3390465" y="1669371"/>
        <a:ext cx="3734670" cy="470871"/>
      </dsp:txXfrm>
    </dsp:sp>
    <dsp:sp modelId="{BA78DD1B-737F-4AD4-A312-4C066049CBB8}">
      <dsp:nvSpPr>
        <dsp:cNvPr id="0" name=""/>
        <dsp:cNvSpPr/>
      </dsp:nvSpPr>
      <dsp:spPr>
        <a:xfrm>
          <a:off x="3364992" y="2191807"/>
          <a:ext cx="3785616" cy="521817"/>
        </a:xfrm>
        <a:prstGeom prst="roundRect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Database Driver: MySQL Connector/J 8.0.33</a:t>
          </a:r>
        </a:p>
      </dsp:txBody>
      <dsp:txXfrm>
        <a:off x="3390465" y="2217280"/>
        <a:ext cx="3734670" cy="470871"/>
      </dsp:txXfrm>
    </dsp:sp>
    <dsp:sp modelId="{98DE74A9-41C1-4E4C-9752-C41D8362EC52}">
      <dsp:nvSpPr>
        <dsp:cNvPr id="0" name=""/>
        <dsp:cNvSpPr/>
      </dsp:nvSpPr>
      <dsp:spPr>
        <a:xfrm>
          <a:off x="3364992" y="2739716"/>
          <a:ext cx="3785616" cy="521817"/>
        </a:xfrm>
        <a:prstGeom prst="round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Testing: JUnit 5, Mockito</a:t>
          </a:r>
        </a:p>
      </dsp:txBody>
      <dsp:txXfrm>
        <a:off x="3390465" y="2765189"/>
        <a:ext cx="3734670" cy="470871"/>
      </dsp:txXfrm>
    </dsp:sp>
    <dsp:sp modelId="{91326B2F-54CB-4E16-A5F6-0C7DEEE82463}">
      <dsp:nvSpPr>
        <dsp:cNvPr id="0" name=""/>
        <dsp:cNvSpPr/>
      </dsp:nvSpPr>
      <dsp:spPr>
        <a:xfrm>
          <a:off x="3364992" y="3287624"/>
          <a:ext cx="3785616" cy="521817"/>
        </a:xfrm>
        <a:prstGeom prst="roundRect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IDE: IntelliJ IDEA</a:t>
          </a:r>
        </a:p>
      </dsp:txBody>
      <dsp:txXfrm>
        <a:off x="3390465" y="3313097"/>
        <a:ext cx="3734670" cy="470871"/>
      </dsp:txXfrm>
    </dsp:sp>
    <dsp:sp modelId="{17DEB246-948B-497D-81A4-DCEDC28FBC85}">
      <dsp:nvSpPr>
        <dsp:cNvPr id="0" name=""/>
        <dsp:cNvSpPr/>
      </dsp:nvSpPr>
      <dsp:spPr>
        <a:xfrm>
          <a:off x="3364992" y="3835533"/>
          <a:ext cx="3785616" cy="521817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Architecture: Layered (Presentation → Service → DAO → DB)</a:t>
          </a:r>
        </a:p>
      </dsp:txBody>
      <dsp:txXfrm>
        <a:off x="3390465" y="3861006"/>
        <a:ext cx="3734670" cy="4708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A1B2EB-53C9-4FCD-B384-1C96BF81AF09}">
      <dsp:nvSpPr>
        <dsp:cNvPr id="0" name=""/>
        <dsp:cNvSpPr/>
      </dsp:nvSpPr>
      <dsp:spPr>
        <a:xfrm>
          <a:off x="68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641EF-88FA-4556-AA71-A19C66C7AA6B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3905D-9AE7-4231-9429-EB0F89AE28DF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1. Account Management – Create, View, Close</a:t>
          </a:r>
        </a:p>
      </dsp:txBody>
      <dsp:txXfrm>
        <a:off x="333914" y="2456402"/>
        <a:ext cx="1800000" cy="720000"/>
      </dsp:txXfrm>
    </dsp:sp>
    <dsp:sp modelId="{A99B6365-6E25-461D-BDD0-CE372A45C6AF}">
      <dsp:nvSpPr>
        <dsp:cNvPr id="0" name=""/>
        <dsp:cNvSpPr/>
      </dsp:nvSpPr>
      <dsp:spPr>
        <a:xfrm>
          <a:off x="279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8F16A3-1F05-4288-9F76-D285C098E00D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0E1A0-5DDB-4ED3-BE2C-3BB8B0D763A0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2. Transactions – Deposit, Withdraw, Transfer</a:t>
          </a:r>
        </a:p>
      </dsp:txBody>
      <dsp:txXfrm>
        <a:off x="2448914" y="2456402"/>
        <a:ext cx="1800000" cy="720000"/>
      </dsp:txXfrm>
    </dsp:sp>
    <dsp:sp modelId="{51587F65-4EFA-43F8-A689-8046C55BE513}">
      <dsp:nvSpPr>
        <dsp:cNvPr id="0" name=""/>
        <dsp:cNvSpPr/>
      </dsp:nvSpPr>
      <dsp:spPr>
        <a:xfrm>
          <a:off x="491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6B7A7-AE26-41E0-89D9-E008B5DB1691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11397-B6A9-4ABB-BA7D-663E2B030A20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3. Transaction Logging – Database &amp; File Logs</a:t>
          </a:r>
        </a:p>
      </dsp:txBody>
      <dsp:txXfrm>
        <a:off x="4563914" y="2456402"/>
        <a:ext cx="1800000" cy="720000"/>
      </dsp:txXfrm>
    </dsp:sp>
    <dsp:sp modelId="{5AC72886-6BD3-4909-802B-185AA678A392}">
      <dsp:nvSpPr>
        <dsp:cNvPr id="0" name=""/>
        <dsp:cNvSpPr/>
      </dsp:nvSpPr>
      <dsp:spPr>
        <a:xfrm>
          <a:off x="702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8D8326-B019-4F80-8B29-D170F8750D79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5CB37-8113-4888-B929-0AA69054FFBF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4. Exception Handling – Custom Error Classes</a:t>
          </a:r>
        </a:p>
      </dsp:txBody>
      <dsp:txXfrm>
        <a:off x="6678914" y="2456402"/>
        <a:ext cx="1800000" cy="720000"/>
      </dsp:txXfrm>
    </dsp:sp>
    <dsp:sp modelId="{031D263D-85A6-465C-BB55-CC8A1A8B1D21}">
      <dsp:nvSpPr>
        <dsp:cNvPr id="0" name=""/>
        <dsp:cNvSpPr/>
      </dsp:nvSpPr>
      <dsp:spPr>
        <a:xfrm>
          <a:off x="914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EEE6A3-41D8-4BB3-8270-2D9F9D855B8F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5748F-A6CA-411D-919C-02E206FCEEC0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5. Real-time Balance Updates</a:t>
          </a:r>
        </a:p>
      </dsp:txBody>
      <dsp:txXfrm>
        <a:off x="8793914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6ED8-B259-C846-8FE5-2E45DED18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46C55-9A9A-FC6D-E97E-BCE6220DC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D3233-EC4E-718C-3769-B70469A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0DED3-4464-9804-79B9-72866A01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2B946-3EC4-D5E5-70E8-703C6A680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9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DA77-C87A-AE2D-D24C-709813B5C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7652A-276C-CDFA-AFEC-FD8033C20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8758D-8DF6-BE0C-E42B-1B16DE359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07F5-DAD8-30D8-6315-D8CCD9E7A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5BD29-FDB7-A815-D803-818C1F66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6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DD36-F041-EE50-EE0F-A0CCD8AD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04DB8-8E59-742D-4757-30E6239B7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43C8E-943F-6F6C-B2AC-DCA7C821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FD0FF-FF32-7E20-0777-65E5C5F2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96AFA-A9D1-479A-BDA4-4DA43466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5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ADA1-7015-FF97-E368-58C82834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95B60-F002-8A10-9E21-AB744B313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925CB-2891-0BCF-EBB4-06B599E25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27DA7-9FD0-6892-5B3F-9C4EC4F7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CB534-2F9B-2A94-F0DF-937504F97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BA771-DA6C-1641-A4B7-4FF00E78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67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7D071-E4C6-D066-109C-0BEE566F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F4849-F82F-EA3C-8B10-D7605EA5D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BDDD6-A9D5-3BD7-C237-48DB28171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20E440-E9BC-85EC-5876-29CCE32D5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CC0650-0A0C-19C3-BDF4-DD4902DF6E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81A4C-1D33-5D83-3420-13879150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CDB63-1243-75EB-B00E-52766CD12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6D5957-F00E-9E21-572E-A35F57A0D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55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CED-3A33-76DA-E15A-1E1094D9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12AAB-29FE-3BBE-D66A-87E0CBDF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755BC-D22D-68B3-6319-5A8679C9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67D95-2186-09BD-6E1E-9C446A00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6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0FF9D-BA59-42C7-2CFC-B56094C2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8CBAD-23E3-FA1D-D255-3721B3943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EC5E3-C39F-E3D8-DC6E-DF208E61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7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77FD-CEA5-E525-A116-C9A18303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05CBE-5D23-1B67-3A96-2C030B1C9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544EC-C8FE-A09C-10D3-38077CC30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863C-5666-72C4-E087-2F4C54C30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FB304-0DB0-E5F0-AED7-6F966F02F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D8539-8DB2-3837-2B98-652C8DD67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88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C2FC-FAD2-A351-2A42-EE9456978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C5CC4F-E24E-DE40-D3B6-77B040CAA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A3355-7B8F-58EA-4FCA-B3F3A7BAD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F68FD-D64D-CE15-2201-0ACA9200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61AD3-782F-9CEC-BA19-AE286F88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8DC14-931B-AE87-DB91-34A081E5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7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7625-C059-B99E-771E-8FCE3579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CC0FE-AAEE-6AAA-E8E7-53225BC56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1F6F-34F7-2C1A-907C-8CD484B3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D19A1-0AFF-4E66-73A8-25527D73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B62F8-D568-9068-0CD2-9AAA2180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2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6BB591-CB8B-528F-828C-6DA094EA9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C1ED97-F168-745F-3104-4AB9E276D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5AC9D-AECE-2C75-316C-980FAA113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28DE5-20C7-06A8-0E0B-6F9E99C47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B5ACE-0D95-E1BF-F8C2-96AB6E66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74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2893E-A277-BEAC-058F-1BAA52BB9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76AAF-A0F4-5793-F37E-06EF0FD3E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C48AB-6F9E-3F75-AF06-855E04B82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8768D-7A5F-4FD0-BD87-8BC2FD01C24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8A0FB-232C-1C58-6C1D-A78C1F96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22F63-5E15-50C2-CFA3-3016C8ABA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93FAA-40FF-4178-8813-617EF73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4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E4F1B-2172-0FF4-CA8E-635DFF8FE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BANKING MANAGEMENT SYSTEM WITH TRANSACTION LOGS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B4944-EAFA-0469-92EF-0F534F1D8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 sz="1700" dirty="0">
                <a:solidFill>
                  <a:srgbClr val="FFFFFF"/>
                </a:solidFill>
              </a:rPr>
              <a:t>Developed By: C Sri Harsha</a:t>
            </a:r>
          </a:p>
          <a:p>
            <a:pPr algn="l"/>
            <a:r>
              <a:rPr lang="en-US" sz="1700" dirty="0">
                <a:solidFill>
                  <a:srgbClr val="FFFFFF"/>
                </a:solidFill>
              </a:rPr>
              <a:t>Technology: Java, MySQL</a:t>
            </a:r>
          </a:p>
          <a:p>
            <a:pPr algn="l"/>
            <a:r>
              <a:rPr lang="en-US" sz="1700" dirty="0">
                <a:solidFill>
                  <a:srgbClr val="FFFFFF"/>
                </a:solidFill>
              </a:rPr>
              <a:t>Date: 1/11/2025</a:t>
            </a:r>
          </a:p>
        </p:txBody>
      </p:sp>
    </p:spTree>
    <p:extLst>
      <p:ext uri="{BB962C8B-B14F-4D97-AF65-F5344CB8AC3E}">
        <p14:creationId xmlns:p14="http://schemas.microsoft.com/office/powerpoint/2010/main" val="1460298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80596-82DA-7466-8E20-DE0C0528F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Project Abstract 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C44B0B-51C6-D5A2-64CB-995483027B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0943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658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4B43A-8C7B-6ED8-8087-B21F11BFF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Tech Stack: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BDF815-0F2D-FF8B-C6FF-34F5D3A49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608965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5666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48D8D-E66D-4890-2F85-F807B1FE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 Diagram</a:t>
            </a:r>
          </a:p>
        </p:txBody>
      </p:sp>
      <p:pic>
        <p:nvPicPr>
          <p:cNvPr id="5" name="Content Placeholder 4" descr="A diagram of a customer account&#10;&#10;AI-generated content may be incorrect.">
            <a:extLst>
              <a:ext uri="{FF2B5EF4-FFF2-40B4-BE49-F238E27FC236}">
                <a16:creationId xmlns:a16="http://schemas.microsoft.com/office/drawing/2014/main" id="{8107968D-0BC0-F0A1-7A1D-01CBCA27F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9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8BC50-844E-7337-F565-D143E7716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Key Features: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B39BA87-0E81-DF42-7FEF-3053BD3061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63109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995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8A83D-0059-4C0C-A409-02F19814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Structure: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FE6069-19E1-C439-8F13-766254898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6060" y="643466"/>
            <a:ext cx="370321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2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4AADA-8EC9-17D0-6B34-2E6AD761C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Output Screenshots: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AAA460-0849-AED7-CC53-A2F4F2A97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3718446"/>
            <a:ext cx="5131088" cy="92359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972263-9C9C-981B-6921-2FF8D75C5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45165" y="2361422"/>
            <a:ext cx="5131087" cy="371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99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63D82-1288-5415-C74F-055315610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Deposit: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008ED2-CE89-78A7-EFD5-0D29A1C6B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773" y="2329996"/>
            <a:ext cx="4826101" cy="9184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09AE8E-9909-75AC-F7EA-7F6824B40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73" y="3436972"/>
            <a:ext cx="3839111" cy="1800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A7DDC4-3339-E272-483F-990895295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884" y="3810534"/>
            <a:ext cx="7873802" cy="105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94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194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BANKING MANAGEMENT SYSTEM WITH TRANSACTION LOGS</vt:lpstr>
      <vt:lpstr>Project Abstract :</vt:lpstr>
      <vt:lpstr>Tech Stack:</vt:lpstr>
      <vt:lpstr>ER Diagram</vt:lpstr>
      <vt:lpstr>Key Features:</vt:lpstr>
      <vt:lpstr>Project Structure:</vt:lpstr>
      <vt:lpstr>Output Screenshots:</vt:lpstr>
      <vt:lpstr>Deposit: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kiran ch</dc:creator>
  <cp:lastModifiedBy>sai kiran ch</cp:lastModifiedBy>
  <cp:revision>3</cp:revision>
  <dcterms:created xsi:type="dcterms:W3CDTF">2025-11-02T04:56:19Z</dcterms:created>
  <dcterms:modified xsi:type="dcterms:W3CDTF">2025-11-03T10:15:32Z</dcterms:modified>
</cp:coreProperties>
</file>